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인사총무팀 설명용 발표 노트입니다.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출장 여비 규정 개정 안내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일비 25,000 → 30,000원</a:t>
            </a:r>
          </a:p>
          <a:p>
            <a:r>
              <a:t>광역시 숙박비 상한 70,000원 신설</a:t>
            </a:r>
          </a:p>
          <a:p>
            <a:r>
              <a:t>시행 2025-07-01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